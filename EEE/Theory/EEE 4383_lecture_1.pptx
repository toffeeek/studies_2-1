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9" r:id="rId3"/>
    <p:sldId id="257" r:id="rId4"/>
    <p:sldId id="258" r:id="rId5"/>
    <p:sldId id="260" r:id="rId6"/>
    <p:sldId id="278" r:id="rId7"/>
    <p:sldId id="27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85" r:id="rId17"/>
    <p:sldId id="269" r:id="rId18"/>
    <p:sldId id="284" r:id="rId19"/>
    <p:sldId id="281" r:id="rId20"/>
    <p:sldId id="282" r:id="rId21"/>
    <p:sldId id="28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4" d="100"/>
          <a:sy n="74" d="100"/>
        </p:scale>
        <p:origin x="-37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F71A-BED3-4643-A482-E5D40161EAC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3A4DC-58CC-48EE-BC58-0C3F15E1C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41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F71A-BED3-4643-A482-E5D40161EAC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3A4DC-58CC-48EE-BC58-0C3F15E1C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220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F71A-BED3-4643-A482-E5D40161EAC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3A4DC-58CC-48EE-BC58-0C3F15E1C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73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F71A-BED3-4643-A482-E5D40161EAC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3A4DC-58CC-48EE-BC58-0C3F15E1C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328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F71A-BED3-4643-A482-E5D40161EAC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3A4DC-58CC-48EE-BC58-0C3F15E1C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F71A-BED3-4643-A482-E5D40161EAC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3A4DC-58CC-48EE-BC58-0C3F15E1C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43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F71A-BED3-4643-A482-E5D40161EAC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3A4DC-58CC-48EE-BC58-0C3F15E1C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5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F71A-BED3-4643-A482-E5D40161EAC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3A4DC-58CC-48EE-BC58-0C3F15E1C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81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F71A-BED3-4643-A482-E5D40161EAC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3A4DC-58CC-48EE-BC58-0C3F15E1C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73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F71A-BED3-4643-A482-E5D40161EAC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3A4DC-58CC-48EE-BC58-0C3F15E1C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116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F71A-BED3-4643-A482-E5D40161EAC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3A4DC-58CC-48EE-BC58-0C3F15E1C9C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4396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F71A-BED3-4643-A482-E5D40161EAC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3A4DC-58CC-48EE-BC58-0C3F15E1C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570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F71A-BED3-4643-A482-E5D40161EAC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3A4DC-58CC-48EE-BC58-0C3F15E1C9C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8171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F71A-BED3-4643-A482-E5D40161EAC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3A4DC-58CC-48EE-BC58-0C3F15E1C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5310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F71A-BED3-4643-A482-E5D40161EAC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3A4DC-58CC-48EE-BC58-0C3F15E1C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030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F71A-BED3-4643-A482-E5D40161EAC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3A4DC-58CC-48EE-BC58-0C3F15E1C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20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2F71A-BED3-4643-A482-E5D40161EAC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273A4DC-58CC-48EE-BC58-0C3F15E1C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18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046256-4099-459D-8917-77126FA18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EEE   </a:t>
            </a:r>
            <a:r>
              <a:rPr lang="en-US" sz="4000" dirty="0" smtClean="0"/>
              <a:t>4383</a:t>
            </a:r>
            <a:r>
              <a:rPr lang="en-US" sz="4000" dirty="0"/>
              <a:t/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59F42C4-8DF5-4EA7-BD48-CC1F3CC98039}"/>
              </a:ext>
            </a:extLst>
          </p:cNvPr>
          <p:cNvSpPr txBox="1"/>
          <p:nvPr/>
        </p:nvSpPr>
        <p:spPr>
          <a:xfrm>
            <a:off x="1507067" y="4050836"/>
            <a:ext cx="83658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Dr. </a:t>
            </a:r>
            <a:r>
              <a:rPr lang="en-US" dirty="0" err="1" smtClean="0"/>
              <a:t>Hamidur</a:t>
            </a:r>
            <a:r>
              <a:rPr lang="en-US" dirty="0" smtClean="0"/>
              <a:t> </a:t>
            </a:r>
            <a:r>
              <a:rPr lang="en-US" dirty="0"/>
              <a:t>Rahman</a:t>
            </a:r>
          </a:p>
          <a:p>
            <a:pPr algn="ctr"/>
            <a:r>
              <a:rPr lang="en-US" dirty="0" smtClean="0"/>
              <a:t>Professor</a:t>
            </a:r>
            <a:endParaRPr lang="en-US" dirty="0"/>
          </a:p>
          <a:p>
            <a:pPr algn="ctr"/>
            <a:r>
              <a:rPr lang="en-US" dirty="0"/>
              <a:t>EEE, </a:t>
            </a:r>
            <a:r>
              <a:rPr lang="en-US" dirty="0" smtClean="0"/>
              <a:t>BUET</a:t>
            </a:r>
            <a:endParaRPr lang="en-US" dirty="0"/>
          </a:p>
          <a:p>
            <a:pPr algn="ctr"/>
            <a:r>
              <a:rPr lang="en-US" dirty="0"/>
              <a:t>and</a:t>
            </a:r>
          </a:p>
          <a:p>
            <a:pPr algn="ctr"/>
            <a:r>
              <a:rPr lang="en-US" dirty="0" smtClean="0"/>
              <a:t>EEE</a:t>
            </a:r>
            <a:r>
              <a:rPr lang="en-US" dirty="0"/>
              <a:t>, </a:t>
            </a:r>
            <a:r>
              <a:rPr lang="en-US" dirty="0" smtClean="0"/>
              <a:t>IUT</a:t>
            </a:r>
            <a:endParaRPr lang="en-US" dirty="0"/>
          </a:p>
          <a:p>
            <a:pPr algn="ctr"/>
            <a:r>
              <a:rPr lang="en-US" dirty="0" smtClean="0"/>
              <a:t>E-mail: hamidurrahman@eee.buet.ac.bd</a:t>
            </a:r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59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56047038-3E36-4570-B07E-FAFB0B2F3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648" y="1378224"/>
            <a:ext cx="6238875" cy="51948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97D7362-144B-4973-A13F-44D982322466}"/>
              </a:ext>
            </a:extLst>
          </p:cNvPr>
          <p:cNvSpPr txBox="1"/>
          <p:nvPr/>
        </p:nvSpPr>
        <p:spPr>
          <a:xfrm>
            <a:off x="887896" y="609600"/>
            <a:ext cx="4784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channel enhancement mode MOSFET</a:t>
            </a:r>
          </a:p>
        </p:txBody>
      </p:sp>
    </p:spTree>
    <p:extLst>
      <p:ext uri="{BB962C8B-B14F-4D97-AF65-F5344CB8AC3E}">
        <p14:creationId xmlns:p14="http://schemas.microsoft.com/office/powerpoint/2010/main" val="4166818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1D3EA198-2065-49EA-8633-93CF13D62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451" y="1600199"/>
            <a:ext cx="6295819" cy="44162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3D17777-B73E-43FB-96EC-06138DF56F3B}"/>
              </a:ext>
            </a:extLst>
          </p:cNvPr>
          <p:cNvSpPr txBox="1"/>
          <p:nvPr/>
        </p:nvSpPr>
        <p:spPr>
          <a:xfrm>
            <a:off x="728870" y="530087"/>
            <a:ext cx="549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Creating a channel</a:t>
            </a:r>
          </a:p>
        </p:txBody>
      </p:sp>
    </p:spTree>
    <p:extLst>
      <p:ext uri="{BB962C8B-B14F-4D97-AF65-F5344CB8AC3E}">
        <p14:creationId xmlns:p14="http://schemas.microsoft.com/office/powerpoint/2010/main" val="535373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A39DC6A0-4BAA-4B45-8C2D-35110C6F4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19" y="650392"/>
            <a:ext cx="8068986" cy="526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850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4B55A78-D2F6-4089-A602-7DDE141D9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35" y="0"/>
            <a:ext cx="8606873" cy="640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591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E7348C9A-ABBB-4016-94D7-1278B59E7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86" y="127552"/>
            <a:ext cx="10294662" cy="653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391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CD3D3F64-7315-486F-AA47-878893B9E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70" y="549758"/>
            <a:ext cx="10588967" cy="54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605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0080F900-3B17-42D7-9E70-CB43A0852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97" y="454715"/>
            <a:ext cx="8543984" cy="563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163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75A10BF0-091D-4EA2-AC41-EC967FCBD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45" y="689319"/>
            <a:ext cx="4615897" cy="7061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3536E5C-F3AD-42A6-9608-C438B6C40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446" y="1701454"/>
            <a:ext cx="7186406" cy="439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020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987F6A04-F755-4B39-BFA5-C33E5BED6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08" y="329646"/>
            <a:ext cx="10507867" cy="563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27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E2B35509-76F3-41CA-B9F6-1A6E50A22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26" y="216723"/>
            <a:ext cx="8063948" cy="631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62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27535612-E42F-4695-9937-D9FD4DD21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20" y="184909"/>
            <a:ext cx="11468922" cy="618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533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1FD659E-B64B-4F11-80E9-AFA11851F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322" y="1126434"/>
            <a:ext cx="7456557" cy="55924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4C12365-E859-46D0-918B-360C8773F20D}"/>
              </a:ext>
            </a:extLst>
          </p:cNvPr>
          <p:cNvSpPr txBox="1"/>
          <p:nvPr/>
        </p:nvSpPr>
        <p:spPr>
          <a:xfrm>
            <a:off x="821635" y="636103"/>
            <a:ext cx="5963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Large signal model</a:t>
            </a:r>
          </a:p>
        </p:txBody>
      </p:sp>
    </p:spTree>
    <p:extLst>
      <p:ext uri="{BB962C8B-B14F-4D97-AF65-F5344CB8AC3E}">
        <p14:creationId xmlns:p14="http://schemas.microsoft.com/office/powerpoint/2010/main" val="3240164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7581839-6D38-4B63-AC97-68EB036BD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278" y="901149"/>
            <a:ext cx="7275443" cy="54565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53D8A05-8857-481F-8A06-684D018860DE}"/>
              </a:ext>
            </a:extLst>
          </p:cNvPr>
          <p:cNvSpPr txBox="1"/>
          <p:nvPr/>
        </p:nvSpPr>
        <p:spPr>
          <a:xfrm>
            <a:off x="781878" y="503583"/>
            <a:ext cx="6029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Small Signal Model</a:t>
            </a:r>
          </a:p>
        </p:txBody>
      </p:sp>
    </p:spTree>
    <p:extLst>
      <p:ext uri="{BB962C8B-B14F-4D97-AF65-F5344CB8AC3E}">
        <p14:creationId xmlns:p14="http://schemas.microsoft.com/office/powerpoint/2010/main" val="3032820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B9C19088-59F8-4912-A2F9-82A05A96C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2" y="963474"/>
            <a:ext cx="10277475" cy="53816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20D6496-60EA-421A-A295-A54F89E871B4}"/>
              </a:ext>
            </a:extLst>
          </p:cNvPr>
          <p:cNvSpPr txBox="1"/>
          <p:nvPr/>
        </p:nvSpPr>
        <p:spPr>
          <a:xfrm>
            <a:off x="622852" y="437322"/>
            <a:ext cx="601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Explanation of </a:t>
            </a:r>
            <a:r>
              <a:rPr lang="en-US" dirty="0" err="1"/>
              <a:t>ro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099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3FB616C-A615-4890-8E72-7AB317B7C1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94" b="3744"/>
          <a:stretch/>
        </p:blipFill>
        <p:spPr>
          <a:xfrm>
            <a:off x="205408" y="649356"/>
            <a:ext cx="11628783" cy="579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541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D3B2415-02F2-43DD-83C1-1E3DF8075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23" y="164937"/>
            <a:ext cx="10830753" cy="652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652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F75570E-AAE6-4C66-BAE0-06E5E971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923" t="1030" b="4508"/>
          <a:stretch/>
        </p:blipFill>
        <p:spPr>
          <a:xfrm>
            <a:off x="477078" y="2345635"/>
            <a:ext cx="5973210" cy="34190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DB143ED-B569-4D1B-BB3E-42C818B6CE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40" r="9079"/>
          <a:stretch/>
        </p:blipFill>
        <p:spPr>
          <a:xfrm>
            <a:off x="6450289" y="2120348"/>
            <a:ext cx="5741712" cy="40980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553B1E4-1EA2-4391-B30E-C19FBCAED674}"/>
              </a:ext>
            </a:extLst>
          </p:cNvPr>
          <p:cNvSpPr txBox="1"/>
          <p:nvPr/>
        </p:nvSpPr>
        <p:spPr>
          <a:xfrm>
            <a:off x="901148" y="583096"/>
            <a:ext cx="4306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channel enhancement mode MOSFET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083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F7FFC63-CD3C-472A-A758-31D804D54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79" y="225287"/>
            <a:ext cx="11449878" cy="633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722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2D95315-872D-4F72-87F6-D4E5DD698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81" y="175591"/>
            <a:ext cx="11763837" cy="650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99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58613B9-3F08-47D4-9786-F2AD01E73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55" y="96778"/>
            <a:ext cx="11543266" cy="666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8025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516</TotalTime>
  <Words>39</Words>
  <Application>Microsoft Office PowerPoint</Application>
  <PresentationFormat>Custom</PresentationFormat>
  <Paragraphs>13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Facet</vt:lpstr>
      <vt:lpstr>EEE   4383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ETE/ICE 105 Computer Fundamentals and Programming Language</dc:title>
  <dc:creator>rizwan shaikh</dc:creator>
  <cp:lastModifiedBy>H</cp:lastModifiedBy>
  <cp:revision>48</cp:revision>
  <dcterms:created xsi:type="dcterms:W3CDTF">2019-09-06T02:14:07Z</dcterms:created>
  <dcterms:modified xsi:type="dcterms:W3CDTF">2026-01-29T17:23:12Z</dcterms:modified>
</cp:coreProperties>
</file>